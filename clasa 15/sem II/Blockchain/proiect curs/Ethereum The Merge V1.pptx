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0663-BD8F-BE86-CC0B-04A21BFBD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688E8-CD41-3846-1C72-6C1893FB3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3795-9E36-180D-4864-6EAF7B7D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1F185-2AAD-DEC4-CB53-561B32CF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3395A-5F48-28C6-CEFC-64DCFC9B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1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612B-83AD-B681-9C96-CB338DED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22686-36FA-E6BF-9892-8851110EE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8BE4D-4469-55A5-A2F7-C277A7EC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19070-3684-9CAC-6C4C-005E8432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CA0C-680D-54E0-4D9A-C70A167D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4919-1C4C-4E4C-B061-2C71688B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652DE-067D-8909-1982-670C2233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A51CB-C581-730E-5F96-5F926257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4957D-990B-43EE-F32C-9003B8A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D5A44-4E67-4D4A-5E20-B2ACD071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7DF8-658D-8D61-4C5D-BBC6CDC5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33F1F-CF39-D7FB-598B-86002DCE0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F2D35-894F-CAC0-62B5-2DD41D336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7C69F-5433-B272-D2E6-3754E78C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E85EE-B88E-8F57-F899-DB111FFB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CB6A-D710-41D6-D8AC-654FC1A8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9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4CF9-D585-3CE1-8234-2F827BE0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5A616-F4B9-A60E-9845-9EA5327FA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291A9-5154-0585-3997-FD3F75617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BBED0-99A1-780C-C5D6-E698289B3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56B5A-70F1-585B-F86B-EECD413C6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D509A-F5B9-4AEC-9E07-DBC6FB26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DACBB-27E0-7CA9-D6B1-B9C8AFDC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2ABC2-1658-E932-A18E-F7DF69E9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4FC0-1D16-C5DF-C3EE-3C758766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6900D-2655-BBAE-2C79-92AA9A9F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80C1F-27A8-7259-2F03-FD904D1D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0309B-79AC-33EA-534A-19D1DD6B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7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2ECE5-FA46-AC67-5B54-A2535E82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94F394-0EA5-BF1C-64A0-114C850B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091AB-E4F9-EB67-17E9-11B3D199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9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64C6-E3AE-031E-1883-4B88902B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29B9-A014-A2A8-D188-D3CE1410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1D1C7-BB2E-CE39-D23C-DC628852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D48C1-11F0-36D4-21E0-4A26167E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52B03-5439-A253-E83A-7B28FF1E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E3619-99DA-D331-D273-693A98EF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9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8F5E-E982-DEFA-8174-85F4E7D9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CE926-5244-F865-7872-A814F222C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1B407-2F05-39ED-BC35-9B2EA96C5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92FEE-67F1-01AC-1A6D-E06F3A3F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C04A7-D1F2-2BCD-4EC6-7CA5A2AC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45107-6E05-BE60-15DA-252731D2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1A97-747B-7059-C3E5-595449D4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85D4B-5341-46BB-6611-ACC9BC00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5FBA-D378-B48C-5A7B-1CF74FDB0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84EC7-5D2A-9BB4-3F78-7B732CEE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88C9-67CC-C4FE-639A-86C4ED52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2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1AB69-68BD-0E1C-2026-1AB5EC156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E98AD-7877-9165-BE2B-8DC65935D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063A9-340A-3091-F4FD-C0FCC611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D2663-4CB7-BC35-2F19-2F4D1C88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A75A8-1D0A-4F9B-BB0D-43CE7BC9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6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3075D-666A-A3C1-349F-B6AFE17C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8D6F-86B1-7F43-FC73-6858A65D0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C708-EC23-652D-9893-FC149CABA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C5CB-4234-4DC8-ABAC-6FEA8859BA5C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492EE-88EE-3A86-BAA5-BABB71683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8E4C-6ADD-8DAD-8F71-03A57E4BC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759F3-B05B-4452-8534-8C1EEE7FF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9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eum.org/en/energy-consumption/" TargetMode="External"/><Relationship Id="rId2" Type="http://schemas.openxmlformats.org/officeDocument/2006/relationships/hyperlink" Target="https://ethereum.org/en/roadmap/merg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indesk.com/tech/2022/09/07/ethereum-merge-what-you-need-to-know/" TargetMode="External"/><Relationship Id="rId5" Type="http://schemas.openxmlformats.org/officeDocument/2006/relationships/hyperlink" Target="https://www.investopedia.com/the-ethereum-merge-6504132" TargetMode="External"/><Relationship Id="rId4" Type="http://schemas.openxmlformats.org/officeDocument/2006/relationships/hyperlink" Target="https://ethereum.org/en/roadmap/beacon-cha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173C-A689-9806-1ECF-553FA5D9D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Ethereum The Merge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E0580-63E6-4659-D031-88C45A7709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err="1"/>
              <a:t>Cuciureanu</a:t>
            </a:r>
            <a:r>
              <a:rPr lang="en-US" dirty="0"/>
              <a:t> Dragos-Adrian</a:t>
            </a:r>
          </a:p>
        </p:txBody>
      </p:sp>
    </p:spTree>
    <p:extLst>
      <p:ext uri="{BB962C8B-B14F-4D97-AF65-F5344CB8AC3E}">
        <p14:creationId xmlns:p14="http://schemas.microsoft.com/office/powerpoint/2010/main" val="279948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D50A-3675-2CD4-D66A-E68CE59D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428F0-799E-7FC5-6DE8-51A92778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In prima </a:t>
            </a:r>
            <a:r>
              <a:rPr lang="en-US" dirty="0" err="1"/>
              <a:t>parte</a:t>
            </a:r>
            <a:r>
              <a:rPr lang="en-US" dirty="0"/>
              <a:t> o </a:t>
            </a:r>
            <a:r>
              <a:rPr lang="en-US" dirty="0" err="1"/>
              <a:t>sa</a:t>
            </a:r>
            <a:r>
              <a:rPr lang="en-US" dirty="0"/>
              <a:t> fac o mica </a:t>
            </a:r>
            <a:r>
              <a:rPr lang="en-US" dirty="0" err="1"/>
              <a:t>introducere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ale </a:t>
            </a:r>
            <a:r>
              <a:rPr lang="en-US" dirty="0" err="1"/>
              <a:t>prezentarii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992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9D5C-EA7D-E415-469C-9F19C119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Ethereum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82DFB-387B-97EA-9D7C-4A744AE20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5033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000" dirty="0"/>
              <a:t>Ethereum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platforma</a:t>
            </a:r>
            <a:r>
              <a:rPr lang="en-US" sz="2000" dirty="0"/>
              <a:t> blockchain open-source care a </a:t>
            </a:r>
            <a:r>
              <a:rPr lang="en-US" sz="2000" dirty="0" err="1"/>
              <a:t>fost</a:t>
            </a:r>
            <a:r>
              <a:rPr lang="en-US" sz="2000" dirty="0"/>
              <a:t> </a:t>
            </a:r>
            <a:r>
              <a:rPr lang="en-US" sz="2000" dirty="0" err="1"/>
              <a:t>lansata</a:t>
            </a:r>
            <a:r>
              <a:rPr lang="en-US" sz="2000" dirty="0"/>
              <a:t> in 2015. </a:t>
            </a:r>
            <a:r>
              <a:rPr lang="en-US" sz="2000" dirty="0" err="1"/>
              <a:t>Aceasta</a:t>
            </a:r>
            <a:r>
              <a:rPr lang="en-US" sz="2000" dirty="0"/>
              <a:t> a </a:t>
            </a:r>
            <a:r>
              <a:rPr lang="en-US" sz="2000" dirty="0" err="1"/>
              <a:t>fost</a:t>
            </a:r>
            <a:r>
              <a:rPr lang="en-US" sz="2000" dirty="0"/>
              <a:t> </a:t>
            </a:r>
            <a:r>
              <a:rPr lang="en-US" sz="2000" dirty="0" err="1"/>
              <a:t>creata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dezvoltatorilor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creeze</a:t>
            </a:r>
            <a:r>
              <a:rPr lang="en-US" sz="2000" dirty="0"/>
              <a:t> </a:t>
            </a:r>
            <a:r>
              <a:rPr lang="en-US" sz="2000" dirty="0" err="1"/>
              <a:t>aplicatii</a:t>
            </a:r>
            <a:r>
              <a:rPr lang="en-US" sz="2000" dirty="0"/>
              <a:t> </a:t>
            </a:r>
            <a:r>
              <a:rPr lang="en-US" sz="2000" dirty="0" err="1"/>
              <a:t>descentralizate</a:t>
            </a:r>
            <a:r>
              <a:rPr lang="en-US" sz="2000" dirty="0"/>
              <a:t> (</a:t>
            </a:r>
            <a:r>
              <a:rPr lang="en-US" sz="2000" dirty="0" err="1"/>
              <a:t>dapps</a:t>
            </a:r>
            <a:r>
              <a:rPr lang="en-US" sz="2000" dirty="0"/>
              <a:t>), care pot fi </a:t>
            </a:r>
            <a:r>
              <a:rPr lang="en-US" sz="2000" dirty="0" err="1"/>
              <a:t>utilizate</a:t>
            </a:r>
            <a:r>
              <a:rPr lang="en-US" sz="2000" dirty="0"/>
              <a:t> in diverse </a:t>
            </a:r>
            <a:r>
              <a:rPr lang="en-US" sz="2000" dirty="0" err="1"/>
              <a:t>domenii</a:t>
            </a:r>
            <a:r>
              <a:rPr lang="en-US" sz="2000" dirty="0"/>
              <a:t>, de la </a:t>
            </a:r>
            <a:r>
              <a:rPr lang="en-US" sz="2000" dirty="0" err="1"/>
              <a:t>finante</a:t>
            </a:r>
            <a:r>
              <a:rPr lang="en-US" sz="2000" dirty="0"/>
              <a:t> </a:t>
            </a:r>
            <a:r>
              <a:rPr lang="en-US" sz="2000" dirty="0" err="1"/>
              <a:t>pana</a:t>
            </a:r>
            <a:r>
              <a:rPr lang="en-US" sz="2000" dirty="0"/>
              <a:t> la </a:t>
            </a:r>
            <a:r>
              <a:rPr lang="en-US" sz="2000" dirty="0" err="1"/>
              <a:t>industria</a:t>
            </a:r>
            <a:r>
              <a:rPr lang="en-US" sz="2000" dirty="0"/>
              <a:t> </a:t>
            </a:r>
            <a:r>
              <a:rPr lang="en-US" sz="2000" dirty="0" err="1"/>
              <a:t>jocurilor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contracte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, care sunt </a:t>
            </a:r>
            <a:r>
              <a:rPr lang="en-US" sz="2000" dirty="0" err="1"/>
              <a:t>programe</a:t>
            </a:r>
            <a:r>
              <a:rPr lang="en-US" sz="2000" dirty="0"/>
              <a:t> </a:t>
            </a:r>
            <a:r>
              <a:rPr lang="en-US" sz="2000" dirty="0" err="1"/>
              <a:t>informatice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care </a:t>
            </a:r>
            <a:r>
              <a:rPr lang="en-US" sz="2000" dirty="0" err="1"/>
              <a:t>ruleaza</a:t>
            </a:r>
            <a:r>
              <a:rPr lang="en-US" sz="2000" dirty="0"/>
              <a:t> pe blockchain-</a:t>
            </a:r>
            <a:r>
              <a:rPr lang="en-US" sz="2000" dirty="0" err="1"/>
              <a:t>ul</a:t>
            </a:r>
            <a:r>
              <a:rPr lang="en-US" sz="2000" dirty="0"/>
              <a:t> Ethereum </a:t>
            </a:r>
            <a:r>
              <a:rPr lang="en-US" sz="2000" dirty="0" err="1"/>
              <a:t>si</a:t>
            </a:r>
            <a:r>
              <a:rPr lang="en-US" sz="2000" dirty="0"/>
              <a:t> permit </a:t>
            </a:r>
            <a:r>
              <a:rPr lang="en-US" sz="2000" dirty="0" err="1"/>
              <a:t>interactiunea</a:t>
            </a:r>
            <a:r>
              <a:rPr lang="en-US" sz="2000" dirty="0"/>
              <a:t> cu </a:t>
            </a:r>
            <a:r>
              <a:rPr lang="en-US" sz="2000" dirty="0" err="1"/>
              <a:t>bazele</a:t>
            </a:r>
            <a:r>
              <a:rPr lang="en-US" sz="2000" dirty="0"/>
              <a:t> de date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alte</a:t>
            </a:r>
            <a:r>
              <a:rPr lang="en-US" sz="2000" dirty="0"/>
              <a:t> </a:t>
            </a:r>
            <a:r>
              <a:rPr lang="en-US" sz="2000" dirty="0" err="1"/>
              <a:t>aplicatii</a:t>
            </a:r>
            <a:r>
              <a:rPr lang="en-US" sz="2000" dirty="0"/>
              <a:t> blockchain. </a:t>
            </a:r>
            <a:r>
              <a:rPr lang="en-US" sz="2000" dirty="0" err="1"/>
              <a:t>Momentan</a:t>
            </a:r>
            <a:r>
              <a:rPr lang="en-US" sz="2000" dirty="0"/>
              <a:t> Ethereum </a:t>
            </a:r>
            <a:r>
              <a:rPr lang="en-US" sz="2000" dirty="0" err="1"/>
              <a:t>este</a:t>
            </a:r>
            <a:r>
              <a:rPr lang="en-US" sz="2000" dirty="0"/>
              <a:t> a </a:t>
            </a:r>
            <a:r>
              <a:rPr lang="en-US" sz="2000" dirty="0" err="1"/>
              <a:t>doua</a:t>
            </a:r>
            <a:r>
              <a:rPr lang="en-US" sz="2000" dirty="0"/>
              <a:t> </a:t>
            </a:r>
            <a:r>
              <a:rPr lang="en-US" sz="2000" dirty="0" err="1"/>
              <a:t>cea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mare </a:t>
            </a:r>
            <a:r>
              <a:rPr lang="en-US" sz="2000" dirty="0" err="1"/>
              <a:t>criptomoneda</a:t>
            </a:r>
            <a:r>
              <a:rPr lang="en-US" sz="2000" dirty="0"/>
              <a:t> </a:t>
            </a:r>
            <a:r>
              <a:rPr lang="en-US" sz="2000" dirty="0" err="1"/>
              <a:t>dupa</a:t>
            </a:r>
            <a:r>
              <a:rPr lang="en-US" sz="2000" dirty="0"/>
              <a:t> Bitcoin.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57EB40-69A0-D1B0-8207-5AA393060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269" y="1613059"/>
            <a:ext cx="4410111" cy="47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0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EE9A-79CA-C4D3-2E06-21895ED1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PoW</a:t>
            </a:r>
            <a:r>
              <a:rPr lang="en-US" dirty="0"/>
              <a:t> Vs </a:t>
            </a:r>
            <a:r>
              <a:rPr lang="en-US" dirty="0" err="1"/>
              <a:t>PoS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E7DA-BA84-4DE8-EC55-B1167394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	Proof of Work (</a:t>
            </a:r>
            <a:r>
              <a:rPr lang="en-US" sz="2000" dirty="0" err="1"/>
              <a:t>PoW</a:t>
            </a:r>
            <a:r>
              <a:rPr lang="en-US" sz="2000" dirty="0"/>
              <a:t>)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algoritmul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implica</a:t>
            </a:r>
            <a:r>
              <a:rPr lang="en-US" sz="2000" dirty="0"/>
              <a:t> </a:t>
            </a:r>
            <a:r>
              <a:rPr lang="en-US" sz="2000" dirty="0" err="1"/>
              <a:t>utilizarea</a:t>
            </a:r>
            <a:r>
              <a:rPr lang="en-US" sz="2000" dirty="0"/>
              <a:t> </a:t>
            </a:r>
            <a:r>
              <a:rPr lang="en-US" sz="2000" dirty="0" err="1"/>
              <a:t>puterii</a:t>
            </a:r>
            <a:r>
              <a:rPr lang="en-US" sz="2000" dirty="0"/>
              <a:t> de </a:t>
            </a:r>
            <a:r>
              <a:rPr lang="en-US" sz="2000" dirty="0" err="1"/>
              <a:t>calcul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rezolva</a:t>
            </a:r>
            <a:r>
              <a:rPr lang="en-US" sz="2000" dirty="0"/>
              <a:t> </a:t>
            </a:r>
            <a:r>
              <a:rPr lang="en-US" sz="2000" dirty="0" err="1"/>
              <a:t>probleme</a:t>
            </a:r>
            <a:r>
              <a:rPr lang="en-US" sz="2000" dirty="0"/>
              <a:t> </a:t>
            </a:r>
            <a:r>
              <a:rPr lang="en-US" sz="2000" dirty="0" err="1"/>
              <a:t>matematice</a:t>
            </a:r>
            <a:r>
              <a:rPr lang="en-US" sz="2000" dirty="0"/>
              <a:t> </a:t>
            </a:r>
            <a:r>
              <a:rPr lang="en-US" sz="2000" dirty="0" err="1"/>
              <a:t>complexe</a:t>
            </a:r>
            <a:r>
              <a:rPr lang="en-US" sz="2000" dirty="0"/>
              <a:t>, </a:t>
            </a:r>
            <a:r>
              <a:rPr lang="en-US" sz="2000" dirty="0" err="1"/>
              <a:t>numite</a:t>
            </a:r>
            <a:r>
              <a:rPr lang="en-US" sz="2000" dirty="0"/>
              <a:t> "puzzle-</a:t>
            </a:r>
            <a:r>
              <a:rPr lang="en-US" sz="2000" dirty="0" err="1"/>
              <a:t>uri</a:t>
            </a:r>
            <a:r>
              <a:rPr lang="en-US" sz="2000" dirty="0"/>
              <a:t> </a:t>
            </a:r>
            <a:r>
              <a:rPr lang="en-US" sz="2000" dirty="0" err="1"/>
              <a:t>criptografice</a:t>
            </a:r>
            <a:r>
              <a:rPr lang="en-US" sz="2000" dirty="0"/>
              <a:t>". </a:t>
            </a:r>
            <a:r>
              <a:rPr lang="en-US" sz="2000" dirty="0" err="1"/>
              <a:t>Mineri</a:t>
            </a:r>
            <a:r>
              <a:rPr lang="en-US" sz="2000" dirty="0"/>
              <a:t> din </a:t>
            </a:r>
            <a:r>
              <a:rPr lang="en-US" sz="2000" dirty="0" err="1"/>
              <a:t>retea</a:t>
            </a:r>
            <a:r>
              <a:rPr lang="en-US" sz="2000" dirty="0"/>
              <a:t> </a:t>
            </a:r>
            <a:r>
              <a:rPr lang="en-US" sz="2000" dirty="0" err="1"/>
              <a:t>concureaza</a:t>
            </a:r>
            <a:r>
              <a:rPr lang="en-US" sz="2000" dirty="0"/>
              <a:t> </a:t>
            </a:r>
            <a:r>
              <a:rPr lang="en-US" sz="2000" dirty="0" err="1"/>
              <a:t>intre</a:t>
            </a:r>
            <a:r>
              <a:rPr lang="en-US" sz="2000" dirty="0"/>
              <a:t> </a:t>
            </a:r>
            <a:r>
              <a:rPr lang="en-US" sz="2000" dirty="0" err="1"/>
              <a:t>ei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rezolva</a:t>
            </a:r>
            <a:r>
              <a:rPr lang="en-US" sz="2000" dirty="0"/>
              <a:t> puzzle-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adauga</a:t>
            </a:r>
            <a:r>
              <a:rPr lang="en-US" sz="2000" dirty="0"/>
              <a:t> un </a:t>
            </a:r>
            <a:r>
              <a:rPr lang="en-US" sz="2000" dirty="0" err="1"/>
              <a:t>nou</a:t>
            </a:r>
            <a:r>
              <a:rPr lang="en-US" sz="2000" dirty="0"/>
              <a:t> bloc la blockchain. </a:t>
            </a:r>
            <a:r>
              <a:rPr lang="en-US" sz="2000" dirty="0" err="1"/>
              <a:t>Minerul</a:t>
            </a:r>
            <a:r>
              <a:rPr lang="en-US" sz="2000" dirty="0"/>
              <a:t> care </a:t>
            </a:r>
            <a:r>
              <a:rPr lang="en-US" sz="2000" dirty="0" err="1"/>
              <a:t>rezolva</a:t>
            </a:r>
            <a:r>
              <a:rPr lang="en-US" sz="2000" dirty="0"/>
              <a:t> puzzle-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primeste</a:t>
            </a:r>
            <a:r>
              <a:rPr lang="en-US" sz="2000" dirty="0"/>
              <a:t> o </a:t>
            </a:r>
            <a:r>
              <a:rPr lang="en-US" sz="2000" dirty="0" err="1"/>
              <a:t>recompensa</a:t>
            </a:r>
            <a:r>
              <a:rPr lang="en-US" sz="2000" dirty="0"/>
              <a:t> in </a:t>
            </a:r>
            <a:r>
              <a:rPr lang="en-US" sz="2000" dirty="0" err="1"/>
              <a:t>moneda</a:t>
            </a:r>
            <a:r>
              <a:rPr lang="en-US" sz="2000" dirty="0"/>
              <a:t> </a:t>
            </a:r>
            <a:r>
              <a:rPr lang="en-US" sz="2000" dirty="0" err="1"/>
              <a:t>digitala</a:t>
            </a:r>
            <a:r>
              <a:rPr lang="en-US" sz="2000" dirty="0"/>
              <a:t> </a:t>
            </a:r>
            <a:r>
              <a:rPr lang="en-US" sz="2000" dirty="0" err="1"/>
              <a:t>asociata</a:t>
            </a:r>
            <a:r>
              <a:rPr lang="en-US" sz="2000" dirty="0"/>
              <a:t> blockchain-</a:t>
            </a:r>
            <a:r>
              <a:rPr lang="en-US" sz="2000" dirty="0" err="1"/>
              <a:t>ului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1EF33-2065-A7AA-F027-9F55E65C3512}"/>
              </a:ext>
            </a:extLst>
          </p:cNvPr>
          <p:cNvSpPr txBox="1"/>
          <p:nvPr/>
        </p:nvSpPr>
        <p:spPr>
          <a:xfrm>
            <a:off x="838200" y="3286125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	</a:t>
            </a:r>
            <a:r>
              <a:rPr lang="en-US" sz="2000" dirty="0"/>
              <a:t>Proof of Stake (</a:t>
            </a:r>
            <a:r>
              <a:rPr lang="en-US" sz="2000" dirty="0" err="1"/>
              <a:t>PoS</a:t>
            </a:r>
            <a:r>
              <a:rPr lang="en-US" sz="2000" dirty="0"/>
              <a:t>) </a:t>
            </a:r>
            <a:r>
              <a:rPr lang="en-US" sz="2000" dirty="0" err="1"/>
              <a:t>este</a:t>
            </a:r>
            <a:r>
              <a:rPr lang="en-US" sz="2000" dirty="0"/>
              <a:t> un alt </a:t>
            </a:r>
            <a:r>
              <a:rPr lang="en-US" sz="2000" dirty="0" err="1"/>
              <a:t>algoritm</a:t>
            </a:r>
            <a:r>
              <a:rPr lang="en-US" sz="2000" dirty="0"/>
              <a:t> de </a:t>
            </a:r>
            <a:r>
              <a:rPr lang="en-US" sz="2000" dirty="0" err="1"/>
              <a:t>consens</a:t>
            </a:r>
            <a:r>
              <a:rPr lang="en-US" sz="2000" dirty="0"/>
              <a:t> care in loc </a:t>
            </a:r>
            <a:r>
              <a:rPr lang="en-US" sz="2000" dirty="0" err="1"/>
              <a:t>sa</a:t>
            </a:r>
            <a:r>
              <a:rPr lang="en-US" sz="2000" dirty="0"/>
              <a:t> se </a:t>
            </a:r>
            <a:r>
              <a:rPr lang="en-US" sz="2000" dirty="0" err="1"/>
              <a:t>bazeze</a:t>
            </a:r>
            <a:r>
              <a:rPr lang="en-US" sz="2000" dirty="0"/>
              <a:t> pe </a:t>
            </a:r>
            <a:r>
              <a:rPr lang="en-US" sz="2000" dirty="0" err="1"/>
              <a:t>puterea</a:t>
            </a:r>
            <a:r>
              <a:rPr lang="en-US" sz="2000" dirty="0"/>
              <a:t> de </a:t>
            </a:r>
            <a:r>
              <a:rPr lang="en-US" sz="2000" dirty="0" err="1"/>
              <a:t>calcul</a:t>
            </a:r>
            <a:r>
              <a:rPr lang="en-US" sz="2000" dirty="0"/>
              <a:t>, se </a:t>
            </a:r>
            <a:r>
              <a:rPr lang="en-US" sz="2000" dirty="0" err="1"/>
              <a:t>bazeaza</a:t>
            </a:r>
            <a:r>
              <a:rPr lang="en-US" sz="2000" dirty="0"/>
              <a:t> pe </a:t>
            </a:r>
            <a:r>
              <a:rPr lang="en-US" sz="2000" dirty="0" err="1"/>
              <a:t>retinerea</a:t>
            </a:r>
            <a:r>
              <a:rPr lang="en-US" sz="2000" dirty="0"/>
              <a:t> de </a:t>
            </a:r>
            <a:r>
              <a:rPr lang="en-US" sz="2000" dirty="0" err="1"/>
              <a:t>monede</a:t>
            </a:r>
            <a:r>
              <a:rPr lang="en-US" sz="2000" dirty="0"/>
              <a:t> din </a:t>
            </a:r>
            <a:r>
              <a:rPr lang="en-US" sz="2000" dirty="0" err="1"/>
              <a:t>retea</a:t>
            </a:r>
            <a:r>
              <a:rPr lang="en-US" sz="2000" dirty="0"/>
              <a:t>. In </a:t>
            </a:r>
            <a:r>
              <a:rPr lang="en-US" sz="2000" dirty="0" err="1"/>
              <a:t>acest</a:t>
            </a:r>
            <a:r>
              <a:rPr lang="en-US" sz="2000" dirty="0"/>
              <a:t> </a:t>
            </a:r>
            <a:r>
              <a:rPr lang="en-US" sz="2000" dirty="0" err="1"/>
              <a:t>algoritm</a:t>
            </a:r>
            <a:r>
              <a:rPr lang="en-US" sz="2000" dirty="0"/>
              <a:t>, </a:t>
            </a:r>
            <a:r>
              <a:rPr lang="en-US" sz="2000" dirty="0" err="1"/>
              <a:t>validatorii</a:t>
            </a:r>
            <a:r>
              <a:rPr lang="en-US" sz="2000" dirty="0"/>
              <a:t>, care sunt </a:t>
            </a:r>
            <a:r>
              <a:rPr lang="en-US" sz="2000" dirty="0" err="1"/>
              <a:t>detinatorii</a:t>
            </a:r>
            <a:r>
              <a:rPr lang="en-US" sz="2000" dirty="0"/>
              <a:t> de </a:t>
            </a:r>
            <a:r>
              <a:rPr lang="en-US" sz="2000" dirty="0" err="1"/>
              <a:t>monede</a:t>
            </a:r>
            <a:r>
              <a:rPr lang="en-US" sz="2000" dirty="0"/>
              <a:t> din </a:t>
            </a:r>
            <a:r>
              <a:rPr lang="en-US" sz="2000" dirty="0" err="1"/>
              <a:t>retea</a:t>
            </a:r>
            <a:r>
              <a:rPr lang="en-US" sz="2000" dirty="0"/>
              <a:t>, sunt </a:t>
            </a:r>
            <a:r>
              <a:rPr lang="en-US" sz="2000" dirty="0" err="1"/>
              <a:t>selectati</a:t>
            </a:r>
            <a:r>
              <a:rPr lang="en-US" sz="2000" dirty="0"/>
              <a:t> </a:t>
            </a:r>
            <a:r>
              <a:rPr lang="en-US" sz="2000" dirty="0" err="1"/>
              <a:t>aleatoriu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valida</a:t>
            </a:r>
            <a:r>
              <a:rPr lang="en-US" sz="2000" dirty="0"/>
              <a:t> </a:t>
            </a:r>
            <a:r>
              <a:rPr lang="en-US" sz="2000" dirty="0" err="1"/>
              <a:t>tranzactiile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a </a:t>
            </a:r>
            <a:r>
              <a:rPr lang="en-US" sz="2000" dirty="0" err="1"/>
              <a:t>adauga</a:t>
            </a:r>
            <a:r>
              <a:rPr lang="en-US" sz="2000" dirty="0"/>
              <a:t> </a:t>
            </a:r>
            <a:r>
              <a:rPr lang="en-US" sz="2000" dirty="0" err="1"/>
              <a:t>noi</a:t>
            </a:r>
            <a:r>
              <a:rPr lang="en-US" sz="2000" dirty="0"/>
              <a:t> </a:t>
            </a:r>
            <a:r>
              <a:rPr lang="en-US" sz="2000" dirty="0" err="1"/>
              <a:t>blocuri</a:t>
            </a:r>
            <a:r>
              <a:rPr lang="en-US" sz="2000" dirty="0"/>
              <a:t> la blockchain. </a:t>
            </a:r>
            <a:r>
              <a:rPr lang="en-US" sz="2000" dirty="0" err="1"/>
              <a:t>Exista</a:t>
            </a:r>
            <a:r>
              <a:rPr lang="en-US" sz="2000" dirty="0"/>
              <a:t> o </a:t>
            </a:r>
            <a:r>
              <a:rPr lang="en-US" sz="2000" dirty="0" err="1"/>
              <a:t>suma</a:t>
            </a:r>
            <a:r>
              <a:rPr lang="en-US" sz="2000" dirty="0"/>
              <a:t> minima pe care </a:t>
            </a:r>
            <a:r>
              <a:rPr lang="en-US" sz="2000" dirty="0" err="1"/>
              <a:t>validatorii</a:t>
            </a:r>
            <a:r>
              <a:rPr lang="en-US" sz="2000" dirty="0"/>
              <a:t> </a:t>
            </a:r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o </a:t>
            </a:r>
            <a:r>
              <a:rPr lang="en-US" sz="2000" dirty="0" err="1"/>
              <a:t>depuna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fi </a:t>
            </a:r>
            <a:r>
              <a:rPr lang="en-US" sz="2000" dirty="0" err="1"/>
              <a:t>eligibili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fie </a:t>
            </a:r>
            <a:r>
              <a:rPr lang="en-US" sz="2000" dirty="0" err="1"/>
              <a:t>selectati</a:t>
            </a:r>
            <a:r>
              <a:rPr lang="en-US" sz="2000" dirty="0"/>
              <a:t> ca </a:t>
            </a:r>
            <a:r>
              <a:rPr lang="en-US" sz="2000" dirty="0" err="1"/>
              <a:t>validatori</a:t>
            </a:r>
            <a:r>
              <a:rPr lang="en-US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CF612-D610-12F3-52CD-09746AADA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32" y="3473344"/>
            <a:ext cx="4665667" cy="21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6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DB11-1791-0F98-5ECF-66FF3168C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9242-386E-BF0C-7AC0-0D6104D4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6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460E-125A-E22E-986F-6D4E59C2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Beacon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A9C0-7973-64E2-8A56-834DB5817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6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7B5D-2CA9-0AB9-DAF6-D6864D45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Referinte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EE9D4-9AEE-C30D-45BA-988B1A4F7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https://ethereum.org/en/roadmap/merge/</a:t>
            </a:r>
            <a:endParaRPr lang="en-US" dirty="0"/>
          </a:p>
          <a:p>
            <a:r>
              <a:rPr lang="en-US" dirty="0">
                <a:hlinkClick r:id="rId3"/>
              </a:rPr>
              <a:t>https://ethereum.org/en/energy-consumption/</a:t>
            </a:r>
            <a:endParaRPr lang="en-US" dirty="0"/>
          </a:p>
          <a:p>
            <a:r>
              <a:rPr lang="en-US" dirty="0">
                <a:hlinkClick r:id="rId4"/>
              </a:rPr>
              <a:t>https://ethereum.org/en/roadmap/beacon-chain/</a:t>
            </a:r>
            <a:endParaRPr lang="en-US" dirty="0"/>
          </a:p>
          <a:p>
            <a:r>
              <a:rPr lang="en-US" dirty="0">
                <a:hlinkClick r:id="rId5"/>
              </a:rPr>
              <a:t>https://www.investopedia.com/the-ethereum-merge-6504132</a:t>
            </a:r>
            <a:endParaRPr lang="en-US" dirty="0"/>
          </a:p>
          <a:p>
            <a:r>
              <a:rPr lang="en-US" dirty="0">
                <a:hlinkClick r:id="rId6"/>
              </a:rPr>
              <a:t>https://www.coindesk.com/tech/2022/09/07/ethereum-merge-what-you-need-to-know/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80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315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Ethereum The Merge</vt:lpstr>
      <vt:lpstr>Intro</vt:lpstr>
      <vt:lpstr>Ethereum</vt:lpstr>
      <vt:lpstr>PoW Vs PoS</vt:lpstr>
      <vt:lpstr>The Merge</vt:lpstr>
      <vt:lpstr>Beacon Chain</vt:lpstr>
      <vt:lpstr>Referinte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Ethereum The Merge</dc:title>
  <dc:creator>DRAGOS ADRIAN CUCIUREANU</dc:creator>
  <cp:lastModifiedBy>DRAGOS ADRIAN CUCIUREANU</cp:lastModifiedBy>
  <cp:revision>2</cp:revision>
  <dcterms:created xsi:type="dcterms:W3CDTF">2023-04-10T16:10:55Z</dcterms:created>
  <dcterms:modified xsi:type="dcterms:W3CDTF">2023-04-10T21:55:08Z</dcterms:modified>
</cp:coreProperties>
</file>